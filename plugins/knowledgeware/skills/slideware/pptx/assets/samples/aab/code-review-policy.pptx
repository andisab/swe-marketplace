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9C4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· POLICY ROLLOUT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Code review,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policy for how reviews happen, what runs automatically, and what we expect from every PR.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Engineering · Q2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WHY THIS POLICY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Three reasons we're doing this now.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" cy="960120"/>
          </a:xfrm>
          <a:prstGeom prst="rect">
            <a:avLst/>
          </a:prstGeom>
          <a:solidFill>
            <a:srgbClr val="A9C4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819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are the slowest stage in our pipeline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9659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PR sits 31 hours waiting for a first review. Automation handles the rote 70% so humans can focus on judgment calls.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73152" cy="960120"/>
          </a:xfrm>
          <a:prstGeom prst="rect">
            <a:avLst/>
          </a:prstGeom>
          <a:solidFill>
            <a:srgbClr val="EA6B6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986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7919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catch the same classes of bugs in production every quarter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30632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injection, missing null checks, secrets in commits — all detectable by tools. Reviewers shouldn't have to look for them.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703320"/>
            <a:ext cx="73152" cy="960120"/>
          </a:xfrm>
          <a:prstGeom prst="rect">
            <a:avLst/>
          </a:prstGeom>
          <a:solidFill>
            <a:srgbClr val="7FB06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9592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77647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 drift when every team enforces their own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417320" y="41605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teams, six conventions. One shared automated baseline gives everyone the same starting floor and frees up review bandwidth.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NEW PR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Five automated checks before a human looks.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562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opened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65960" y="2286000"/>
            <a:ext cx="274320" cy="0"/>
          </a:xfrm>
          <a:prstGeom prst="line">
            <a:avLst/>
          </a:prstGeom>
          <a:noFill/>
          <a:ln w="19050">
            <a:solidFill>
              <a:srgbClr val="A9C4E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24028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562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24028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+ format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11880" y="2286000"/>
            <a:ext cx="274320" cy="0"/>
          </a:xfrm>
          <a:prstGeom prst="line">
            <a:avLst/>
          </a:prstGeom>
          <a:noFill/>
          <a:ln w="19050">
            <a:solidFill>
              <a:srgbClr val="A9C4E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88620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562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862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88620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+ SAST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257800" y="2286000"/>
            <a:ext cx="274320" cy="0"/>
          </a:xfrm>
          <a:prstGeom prst="line">
            <a:avLst/>
          </a:prstGeom>
          <a:noFill/>
          <a:ln w="19050">
            <a:solidFill>
              <a:srgbClr val="A9C4EB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53212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8562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Review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3212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suggestions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2286000"/>
            <a:ext cx="274320" cy="0"/>
          </a:xfrm>
          <a:prstGeom prst="line">
            <a:avLst/>
          </a:prstGeom>
          <a:noFill/>
          <a:ln w="19050">
            <a:solidFill>
              <a:srgbClr val="A9C4EB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7178040" y="16916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9C4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8562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7804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approval needed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858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C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change: </a:t>
            </a:r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checks must pass before a human review request is sent. No more reviewers blocked on lint nits.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requirement drops from 2 reviewers to 1 once all automated checks pass.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TOOLING ROLLOUT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Three tools wire into every repo.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2651760" cy="73152"/>
          </a:xfrm>
          <a:prstGeom prst="rect">
            <a:avLst/>
          </a:prstGeom>
          <a:solidFill>
            <a:srgbClr val="7FB0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FB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LINT + FORMAT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Trunk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Polyglot lint and format runner. Replaces six per-language pre-commit configs with one trunk.yaml.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21031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DevX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50876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508760"/>
            <a:ext cx="2651760" cy="73152"/>
          </a:xfrm>
          <a:prstGeom prst="rect">
            <a:avLst/>
          </a:prstGeom>
          <a:solidFill>
            <a:srgbClr val="EA6B6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288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A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SAST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52044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Semgrep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52044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analysis for security and policy rules. Blocks PRs on high-severity findings; comments on the rest.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20440" y="4114800"/>
            <a:ext cx="21031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SecEng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26480" y="150876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26480" y="1508760"/>
            <a:ext cx="2651760" cy="73152"/>
          </a:xfrm>
          <a:prstGeom prst="rect">
            <a:avLst/>
          </a:prstGeom>
          <a:solidFill>
            <a:srgbClr val="A9C4E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9C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REVIEW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40080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CodeRabbit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6400800" y="3246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reviewer leaves inline suggestions on style, logic, and test coverage. Advisory only — never blocks merge.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0" y="4114800"/>
            <a:ext cx="21031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0080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Platform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WHAT WE'RE MEASURING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Three KPIs, reported monthly.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&lt; 4h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234440" y="3154680"/>
            <a:ext cx="914400" cy="0"/>
          </a:xfrm>
          <a:prstGeom prst="line">
            <a:avLst/>
          </a:prstGeom>
          <a:noFill/>
          <a:ln w="19050">
            <a:solidFill>
              <a:srgbClr val="A9C4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 review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Median, from PR open to first human comment. Down from 31h today.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737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70%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4114800" y="3154680"/>
            <a:ext cx="914400" cy="0"/>
          </a:xfrm>
          <a:prstGeom prst="line">
            <a:avLst/>
          </a:prstGeom>
          <a:noFill/>
          <a:ln w="19050">
            <a:solidFill>
              <a:srgbClr val="7FB0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PRs in the fast lane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well-tested changes that pass all gates and one approval.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737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</a:t>
            </a:r>
            <a:endParaRPr lang="en-US" sz="7200" dirty="0"/>
          </a:p>
        </p:txBody>
      </p:sp>
      <p:sp>
        <p:nvSpPr>
          <p:cNvPr id="17" name="Shape 15"/>
          <p:cNvSpPr/>
          <p:nvPr/>
        </p:nvSpPr>
        <p:spPr>
          <a:xfrm>
            <a:off x="6995160" y="3154680"/>
            <a:ext cx="914400" cy="0"/>
          </a:xfrm>
          <a:prstGeom prst="line">
            <a:avLst/>
          </a:prstGeom>
          <a:noFill/>
          <a:ln w="19050">
            <a:solidFill>
              <a:srgbClr val="EA6B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in main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runs pre-push and pre-merge. Any leak is a Sev-2 incident.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goes live with Phase 1. Reviewed at the monthly engineering all-hands.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TIMELINE &amp; 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Rollout schedule.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6082" y="1668780"/>
            <a:ext cx="13716" cy="1783080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00200"/>
            <a:ext cx="137160" cy="137160"/>
          </a:xfrm>
          <a:prstGeom prst="ellipse">
            <a:avLst/>
          </a:prstGeom>
          <a:solidFill>
            <a:srgbClr val="A9C4EB"/>
          </a:solidFill>
          <a:ln w="12700">
            <a:solidFill>
              <a:srgbClr val="A9C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on 3 repos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Platform, DevX, and Growth opt in. Feedback collected in #code-review-pilot.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194560"/>
            <a:ext cx="137160" cy="137160"/>
          </a:xfrm>
          <a:prstGeom prst="ellipse">
            <a:avLst/>
          </a:prstGeom>
          <a:solidFill>
            <a:srgbClr val="A9C4EB"/>
          </a:solidFill>
          <a:ln w="12700">
            <a:solidFill>
              <a:srgbClr val="A9C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116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Wk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 enabled fleet-wide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0116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Trunk + Semgrep + CodeRabbit installed on every repo. Advisory mode only.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137160" cy="137160"/>
          </a:xfrm>
          <a:prstGeom prst="ellipse">
            <a:avLst/>
          </a:prstGeom>
          <a:solidFill>
            <a:srgbClr val="A9C4EB"/>
          </a:solidFill>
          <a:ln w="12700">
            <a:solidFill>
              <a:srgbClr val="A9C4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060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Wk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Enforcement turns 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checks become required. Approval threshold drops from 2 to 1.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383280"/>
            <a:ext cx="137160" cy="137160"/>
          </a:xfrm>
          <a:prstGeom prst="ellipse">
            <a:avLst/>
          </a:prstGeom>
          <a:solidFill>
            <a:srgbClr val="A9C4EB"/>
          </a:solidFill>
          <a:ln w="12700">
            <a:solidFill>
              <a:srgbClr val="A9C4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2004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Wk 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KPI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2004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all-hands. What's working, what's not, what we'll tune next.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Q&amp;A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920240" y="4160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now, or in #code-review-policy. RFC linked below.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go/code-review-rfc  ·  #code-review-policy  ·  platform@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 Automation Policy</dc:title>
  <dc:subject>PptxGenJS Presentation</dc:subject>
  <dc:creator>Engineering Platform</dc:creator>
  <cp:lastModifiedBy>Engineering Platform</cp:lastModifiedBy>
  <cp:revision>1</cp:revision>
  <dcterms:created xsi:type="dcterms:W3CDTF">2026-05-20T18:33:09Z</dcterms:created>
  <dcterms:modified xsi:type="dcterms:W3CDTF">2026-05-20T18:33:09Z</dcterms:modified>
</cp:coreProperties>
</file>