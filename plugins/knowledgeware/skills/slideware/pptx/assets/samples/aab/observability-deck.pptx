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1FA7B8"/>
          </a:solidFill>
          <a:ln w="12700">
            <a:solidFill>
              <a:srgbClr val="1FA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FA7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 03  ·  MODULE 3.1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Observability for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 Systems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2D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Tracing, metrics, and signals for production agents — turning opaque LLM loops into debuggable systems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9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Provectus  ·  Claude Code Adoption Program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FA7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MODULE 3.1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54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Agents Need Observability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Non-deterministic loops, tool calls, and emergent behavior make logs alone insufficient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931920" cy="73152"/>
          </a:xfrm>
          <a:prstGeom prst="rect">
            <a:avLst/>
          </a:prstGeom>
          <a:solidFill>
            <a:srgbClr val="EC6F66"/>
          </a:solidFill>
          <a:ln w="12700">
            <a:solidFill>
              <a:srgbClr val="EC6F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47672"/>
            <a:ext cx="3931920" cy="25328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67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6F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Without Observability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65176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Cannot trace why agent took N steps to a wrong answer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 failures masked as model failures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Cost spikes appear only on the invoice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Regressions caught by users, not the team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874520"/>
            <a:ext cx="3931920" cy="73152"/>
          </a:xfrm>
          <a:prstGeom prst="rect">
            <a:avLst/>
          </a:prstGeom>
          <a:solidFill>
            <a:srgbClr val="1FB876"/>
          </a:solidFill>
          <a:ln w="12700">
            <a:solidFill>
              <a:srgbClr val="1FB87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947672"/>
            <a:ext cx="3931920" cy="25328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167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B8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 Observability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74920" y="265176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step traced — prompt, tool call, latency, cost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 errors surfaced separately from model errors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Per-trace cost + token alerts before billing surprises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Regressions caught in CI before customers see them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"You cannot improve what you cannot see. Agents fail silently — instrument them like distributed systems."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FA7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MODULE 3.1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54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Three Pillars of Agent Observability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Traces  →  Metrics  →  Logs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73152"/>
          </a:xfrm>
          <a:prstGeom prst="rect">
            <a:avLst/>
          </a:prstGeom>
          <a:solidFill>
            <a:srgbClr val="1FA7B8"/>
          </a:solidFill>
          <a:ln w="12700">
            <a:solidFill>
              <a:srgbClr val="1FA7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64792"/>
            <a:ext cx="2697480" cy="2441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4767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54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68" y="24048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CAPTURES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8368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OpenTelemetry spans, LangSmith runs, parent/child relationships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" y="31729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STRENGTH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8368" y="33741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Causal chain — why the agent did what it did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" y="37033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BEST FOR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8368" y="39044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Debugging failures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23260" y="1691640"/>
            <a:ext cx="2697480" cy="73152"/>
          </a:xfrm>
          <a:prstGeom prst="rect">
            <a:avLst/>
          </a:prstGeom>
          <a:solidFill>
            <a:srgbClr val="1FB876"/>
          </a:solidFill>
          <a:ln w="12700">
            <a:solidFill>
              <a:srgbClr val="1FB87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23260" y="1764792"/>
            <a:ext cx="2697480" cy="2441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428" y="1947672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1762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54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Metrics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424428" y="24048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CAPTURES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24428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Latency p50/p95/p99, tokens, cost/trace, error rates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424428" y="31729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STRENGTH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24428" y="33741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Aggregate health — alert on drift early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24428" y="37033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BEST FOR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424428" y="39044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Production SLOs + dashboards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989320" y="1691640"/>
            <a:ext cx="2697480" cy="73152"/>
          </a:xfrm>
          <a:prstGeom prst="rect">
            <a:avLst/>
          </a:prstGeom>
          <a:solidFill>
            <a:srgbClr val="E68A3C"/>
          </a:solidFill>
          <a:ln w="12700">
            <a:solidFill>
              <a:srgbClr val="E68A3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89320" y="1764792"/>
            <a:ext cx="2697480" cy="2441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947672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58368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54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Logs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6190488" y="24048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CAPTURES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190488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Structured events, full prompt/response, tool I/O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190488" y="31729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STRENGTH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190488" y="33741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Forensic detail — replay traces end-to-end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190488" y="37033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BEST FOR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190488" y="39044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Post-incident analysis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1FA7B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43708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7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Design principle:  </a:t>
            </a:r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Instrument once at the agent loop boundary — every tool call, every model invocation, every retry emits all three signals.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FA7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MODULE 3.1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54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 Observability Stack (2026)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25603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Tool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5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Pillar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5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Best For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5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Key Feature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5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LangSmith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Traces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LangChain / agent dev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Run trees, prompt versioning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Braintrust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Traces + Evals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Dev + prod monitoring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autoevals, scoreable spans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Arize Phoenix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Traces + Metrics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ML observability extension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OpenTelemetry-native, OSS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LangFuse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All three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Self-hosted, data residency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Open-source, cost tracking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Datadog LLM Obs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Metrics + Logs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Enterprise platform integration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APM + cost dashboards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Honeycomb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Traces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High-cardinality debugging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BubbleUp anomaly detection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OpenTelemetry GenAI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Spec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Vendor-neutral instrumentation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Standard semconv for LLM spans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"Pick a stack that emits OpenTelemetry — you can always swap the backend later." — Industry consensus, 2026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FA7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MODULE 3.1  ·  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54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Takeaways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508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Instrument first — every span, tool call, retry, and token count from day one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8928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Trace the loop — parent/child spans show why the agent took the path it took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2257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2768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Watch four golden signals — latency, cost/trace, tool error rate, step count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06624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266090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Alert on drift, not just failure — silent regressions are the dangerous ones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90672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30449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Tag every trace with version (prompt, model, tools) — diffing requires identity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474720"/>
            <a:ext cx="256032" cy="2560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012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Redact at the boundary — never log raw PII; sample tokens, hash inputs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45720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opentelemetry.io/docs/specs/semconv/gen-ai  ·  langsmith.com  ·  braintrust.dev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docs.arize.com/phoenix  ·  langfuse.com  ·  honeycomb.io/llm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Observability for Agent Systems</dc:title>
  <dc:subject>PptxGenJS Presentation</dc:subject>
  <dc:creator>slideware · observability deck</dc:creator>
  <cp:lastModifiedBy>slideware · observability deck</cp:lastModifiedBy>
  <cp:revision>1</cp:revision>
  <dcterms:created xsi:type="dcterms:W3CDTF">2026-05-20T18:33:16Z</dcterms:created>
  <dcterms:modified xsi:type="dcterms:W3CDTF">2026-05-20T18:33:16Z</dcterms:modified>
</cp:coreProperties>
</file>