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9C4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CANONICAL · SAMPLE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Architecture review,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Q2 results.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platform team delivered on this quarter's plan, and what we learned.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· IMPACT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 one number.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42%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reduction in p99 latency across the agent service mesh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0" y="3794760"/>
            <a:ext cx="1828800" cy="19202"/>
          </a:xfrm>
          <a:prstGeom prst="rect">
            <a:avLst/>
          </a:prstGeom>
          <a:solidFill>
            <a:srgbClr val="A9C4E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platform observability dashboard, May 2026.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· BEFORE / AFTER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changed, in two columns.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6B6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 start above 2s on 1% of requests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Inconsistent retries across team services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Eyeballed dashboards, no per-route p99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team owned a private alerting stack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FB06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B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74920" y="224028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cold-start cache — p99 down 42%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retry / backoff in the platform SDK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Per-route p99 alerts wired to PagerDuty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golden-path dashboard everyone uses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· DELIVERY PROCESS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How a change reaches production today.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371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9C4E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5623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RFC + design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965960" y="2221992"/>
            <a:ext cx="274320" cy="128016"/>
          </a:xfrm>
          <a:prstGeom prst="rightArrow">
            <a:avLst/>
          </a:prstGeom>
          <a:solidFill>
            <a:srgbClr val="A9C4EB"/>
          </a:solidFill>
          <a:ln/>
        </p:spPr>
      </p:sp>
      <p:sp>
        <p:nvSpPr>
          <p:cNvPr id="10" name="Shape 7"/>
          <p:cNvSpPr/>
          <p:nvPr/>
        </p:nvSpPr>
        <p:spPr>
          <a:xfrm>
            <a:off x="2240280" y="1691640"/>
            <a:ext cx="1371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9C4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5623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4028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24028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 + reviews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11880" y="2221992"/>
            <a:ext cx="274320" cy="128016"/>
          </a:xfrm>
          <a:prstGeom prst="rightArrow">
            <a:avLst/>
          </a:prstGeom>
          <a:solidFill>
            <a:srgbClr val="A9C4EB"/>
          </a:solidFill>
          <a:ln/>
        </p:spPr>
      </p:sp>
      <p:sp>
        <p:nvSpPr>
          <p:cNvPr id="15" name="Shape 11"/>
          <p:cNvSpPr/>
          <p:nvPr/>
        </p:nvSpPr>
        <p:spPr>
          <a:xfrm>
            <a:off x="3886200" y="1691640"/>
            <a:ext cx="1371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9C4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85623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8620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88620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+ eval suite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257800" y="2221992"/>
            <a:ext cx="274320" cy="128016"/>
          </a:xfrm>
          <a:prstGeom prst="rightArrow">
            <a:avLst/>
          </a:prstGeom>
          <a:solidFill>
            <a:srgbClr val="A9C4EB"/>
          </a:solidFill>
          <a:ln/>
        </p:spPr>
      </p:sp>
      <p:sp>
        <p:nvSpPr>
          <p:cNvPr id="20" name="Shape 15"/>
          <p:cNvSpPr/>
          <p:nvPr/>
        </p:nvSpPr>
        <p:spPr>
          <a:xfrm>
            <a:off x="5532120" y="1691640"/>
            <a:ext cx="1371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9C4E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85623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3212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Canary + rollback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903720" y="2221992"/>
            <a:ext cx="274320" cy="128016"/>
          </a:xfrm>
          <a:prstGeom prst="rightArrow">
            <a:avLst/>
          </a:prstGeom>
          <a:solidFill>
            <a:srgbClr val="A9C4EB"/>
          </a:solidFill>
          <a:ln/>
        </p:spPr>
      </p:sp>
      <p:sp>
        <p:nvSpPr>
          <p:cNvPr id="25" name="Shape 19"/>
          <p:cNvSpPr/>
          <p:nvPr/>
        </p:nvSpPr>
        <p:spPr>
          <a:xfrm>
            <a:off x="7178040" y="1691640"/>
            <a:ext cx="1371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9C4E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1856232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7804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17804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SLOs + on-call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6858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C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in Q2: </a:t>
            </a:r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step now publishes a structured event to the platform timeline — see slide 6 for rollout.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· INCIDENT REVIEW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Incidents by category, Q2.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128016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Category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Count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Mean MTTR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Top contributing factor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D4D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Compute &amp; infra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28 min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Capacity not pre-warmed before traffic peaks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D4D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&amp; storage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41 min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Replication lag during failover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D4D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Network &amp; ingress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 min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TLS rotation timing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D4D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Application bugs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 min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Mismatched API versions during canary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D4D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Identity &amp; access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 min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Expired service-account credentials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incidents: 51 · Mean MTTR: 22 min · No customer-visible outages.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· TAKEAWAYS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Six things to carry into Q3.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417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pre-warming pays for itself — keep it on by default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20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 retries in the SDK, not in each service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0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2240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Per-route p99 alerts catch what dashboards miss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97480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2651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timeline events are the new on-call signal source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108960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0120" y="3063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Postmortems with structured root-cause tags improve search a lot</a:t>
            </a:r>
            <a:endParaRPr lang="en-US" sz="13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520440"/>
            <a:ext cx="256032" cy="25603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60120" y="3474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golden-path dashboard beats five team-specific ones</a:t>
            </a:r>
            <a:endParaRPr lang="en-US" sz="1300" dirty="0"/>
          </a:p>
        </p:txBody>
      </p:sp>
      <p:sp>
        <p:nvSpPr>
          <p:cNvPr id="17" name="Shape 9"/>
          <p:cNvSpPr/>
          <p:nvPr/>
        </p:nvSpPr>
        <p:spPr>
          <a:xfrm>
            <a:off x="457200" y="4114800"/>
            <a:ext cx="8229600" cy="640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Text 10"/>
          <p:cNvSpPr/>
          <p:nvPr/>
        </p:nvSpPr>
        <p:spPr>
          <a:xfrm>
            <a:off x="457200" y="4206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platform.intra · go/incidents-q2 · #platform-postmortems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AAB sample deck</dc:title>
  <dc:subject>PptxGenJS Presentation</dc:subject>
  <dc:creator>slideware sample · AAB</dc:creator>
  <cp:lastModifiedBy>slideware sample · AAB</cp:lastModifiedBy>
  <cp:revision>1</cp:revision>
  <dcterms:created xsi:type="dcterms:W3CDTF">2026-05-20T20:48:01Z</dcterms:created>
  <dcterms:modified xsi:type="dcterms:W3CDTF">2026-05-20T20:48:01Z</dcterms:modified>
</cp:coreProperties>
</file>