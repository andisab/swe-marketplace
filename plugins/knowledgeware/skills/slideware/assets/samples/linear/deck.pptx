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170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ENGINEERING REVIEW · 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spc="-10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Built faster.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spc="-10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Shipped safer.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-50" kern="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How the platform team cut deploy time in half and incidents by a third in twelve weeks.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Platform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DEPLOYMENT VELOCITY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2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spc="-20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47%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-5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reduction in mean time to deploy.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206240"/>
            <a:ext cx="914400" cy="12802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From 38 min (Q1) to 20 min (Q2). Per-PR median.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WHAT GOT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3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Three changes that mattered.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2743200"/>
          </a:xfrm>
          <a:prstGeom prst="rect">
            <a:avLst/>
          </a:prstGeom>
          <a:solidFill>
            <a:srgbClr val="191A1B"/>
          </a:solidFill>
          <a:ln w="6350">
            <a:solidFill>
              <a:srgbClr val="2325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Inline CI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Tests run in the PR's own branch. No remote queue.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3703320"/>
            <a:ext cx="548640" cy="12802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5E6AD2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12× faster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554480"/>
            <a:ext cx="2606040" cy="2743200"/>
          </a:xfrm>
          <a:prstGeom prst="rect">
            <a:avLst/>
          </a:prstGeom>
          <a:solidFill>
            <a:srgbClr val="191A1B"/>
          </a:solidFill>
          <a:ln w="6350">
            <a:solidFill>
              <a:srgbClr val="23252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Per-route p99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74720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Latency alerts per route, not per service.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74720" y="3703320"/>
            <a:ext cx="548640" cy="12802"/>
          </a:xfrm>
          <a:prstGeom prst="rect">
            <a:avLst/>
          </a:prstGeom>
          <a:solidFill>
            <a:srgbClr val="7170FF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47% fewer pages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1554480"/>
            <a:ext cx="2606040" cy="2743200"/>
          </a:xfrm>
          <a:prstGeom prst="rect">
            <a:avLst/>
          </a:prstGeom>
          <a:solidFill>
            <a:srgbClr val="191A1B"/>
          </a:solidFill>
          <a:ln w="6350">
            <a:solidFill>
              <a:srgbClr val="23252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28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Canary by default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63640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All deploys go 1% → 10% → 50% → 100%.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3703320"/>
            <a:ext cx="548640" cy="12802"/>
          </a:xfrm>
          <a:prstGeom prst="rect">
            <a:avLst/>
          </a:prstGeom>
          <a:solidFill>
            <a:srgbClr val="5E6AD2"/>
          </a:solidFill>
          <a:ln/>
        </p:spPr>
      </p:sp>
      <p:sp>
        <p:nvSpPr>
          <p:cNvPr id="22" name="Text 17"/>
          <p:cNvSpPr/>
          <p:nvPr/>
        </p:nvSpPr>
        <p:spPr>
          <a:xfrm>
            <a:off x="6263640" y="3840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5E6AD2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0 user incidents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PART TWO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4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12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The boring infrastructure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spc="-12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is the interesting part.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731520" cy="25603"/>
          </a:xfrm>
          <a:prstGeom prst="rect">
            <a:avLst/>
          </a:prstGeom>
          <a:solidFill>
            <a:srgbClr val="7170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spc="-30" kern="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How we measured impact, not just velocity.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5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7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What we tracked, week by week.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Metric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Baseline (Q1)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Target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Actual (Q2)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Deploy time (median)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7F8F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38 min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8F9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≤ 25 min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170FF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20 min ✓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P99 latency, /search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7F8F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820 ms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8F9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≤ 500 ms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170FF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440 ms ✓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Incidents (per week)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7F8F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4.2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8F9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≤ 3.0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170FF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2.7 ✓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PR review time (median)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7F8F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7.5 hr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8F9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≤ 4.0 hr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B5757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5.1 hr ✗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0D6E0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Eval-suite coverage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7F8F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62%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8F98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≥ 85%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170FF"/>
                          </a:solidFill>
                          <a:latin typeface="Inter Variable" pitchFamily="34" charset="0"/>
                          <a:ea typeface="Inter Variable" pitchFamily="34" charset="-122"/>
                          <a:cs typeface="Inter Variable" pitchFamily="34" charset="-120"/>
                        </a:rPr>
                        <a:t>91% ✓</a:t>
                      </a:r>
                      <a:endParaRPr lang="en-US" sz="1100" dirty="0">
                        <a:latin typeface="Inter Variable" charset="0"/>
                        <a:ea typeface="Inter Variable" charset="0"/>
                        <a:cs typeface="Inter Variabl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4 of 5 targets met. Reviewer time still trending; new flow lands next sprint.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CARRY-FORWARD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6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spc="-10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Three things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spc="-10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we're keeping.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✓ </a:t>
            </a:r>
            <a:pPr indent="0" marL="0">
              <a:buNone/>
            </a:pPr>
            <a:r>
              <a:rPr lang="en-US" sz="1300" spc="-3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Inline CI as the default for every team.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✓ </a:t>
            </a:r>
            <a:pPr indent="0" marL="0">
              <a:buNone/>
            </a:pPr>
            <a:r>
              <a:rPr lang="en-US" sz="1300" spc="-3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Per-route p99 alerts wired before launch.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✓ </a:t>
            </a:r>
            <a:pPr indent="0" marL="0">
              <a:buNone/>
            </a:pPr>
            <a:r>
              <a:rPr lang="en-US" sz="1300" spc="-3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Canary-by-default for all deploys.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3200400"/>
          </a:xfrm>
          <a:prstGeom prst="rect">
            <a:avLst/>
          </a:prstGeom>
          <a:solidFill>
            <a:srgbClr val="141516"/>
          </a:solidFill>
          <a:ln w="6350">
            <a:solidFill>
              <a:srgbClr val="232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170FF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NEXT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Q3 plan review.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20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Thursday, 14:00 UTC.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Platform-wide attendance.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291840"/>
            <a:ext cx="1828800" cy="45720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7F8F8"/>
                </a:solidFill>
                <a:latin typeface="Inter Variable" pitchFamily="34" charset="0"/>
                <a:ea typeface="Inter Variable" pitchFamily="34" charset="-122"/>
                <a:cs typeface="Inter Variable" pitchFamily="34" charset="-120"/>
              </a:rPr>
              <a:t>RSVP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sample deck</dc:title>
  <dc:subject>PptxGenJS Presentation</dc:subject>
  <dc:creator>slideware sample · Linear</dc:creator>
  <cp:lastModifiedBy>slideware sample · Linear</cp:lastModifiedBy>
  <cp:revision>1</cp:revision>
  <dcterms:created xsi:type="dcterms:W3CDTF">2026-05-20T20:48:01Z</dcterms:created>
  <dcterms:modified xsi:type="dcterms:W3CDTF">2026-05-20T20:48:01Z</dcterms:modified>
</cp:coreProperties>
</file>